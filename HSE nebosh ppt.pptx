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2EBE-7E7E-4CFD-A91A-DCE98D8E0C7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83D87-1194-4036-A092-4277D02D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4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2EBE-7E7E-4CFD-A91A-DCE98D8E0C7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83D87-1194-4036-A092-4277D02D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6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2EBE-7E7E-4CFD-A91A-DCE98D8E0C7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83D87-1194-4036-A092-4277D02D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30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2EBE-7E7E-4CFD-A91A-DCE98D8E0C7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83D87-1194-4036-A092-4277D02D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497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2EBE-7E7E-4CFD-A91A-DCE98D8E0C7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83D87-1194-4036-A092-4277D02D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4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2EBE-7E7E-4CFD-A91A-DCE98D8E0C7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83D87-1194-4036-A092-4277D02D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17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2EBE-7E7E-4CFD-A91A-DCE98D8E0C7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83D87-1194-4036-A092-4277D02D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1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2EBE-7E7E-4CFD-A91A-DCE98D8E0C7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83D87-1194-4036-A092-4277D02D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2EBE-7E7E-4CFD-A91A-DCE98D8E0C7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83D87-1194-4036-A092-4277D02D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2EBE-7E7E-4CFD-A91A-DCE98D8E0C7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83D87-1194-4036-A092-4277D02D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93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2EBE-7E7E-4CFD-A91A-DCE98D8E0C7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83D87-1194-4036-A092-4277D02D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22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E2EBE-7E7E-4CFD-A91A-DCE98D8E0C7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83D87-1194-4036-A092-4277D02D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87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8" y="0"/>
            <a:ext cx="121954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6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25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5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5720" y="-5242"/>
            <a:ext cx="13003440" cy="686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63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1431" y="-105268"/>
            <a:ext cx="12974861" cy="706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44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9983" y="-14768"/>
            <a:ext cx="12831966" cy="68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4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64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8168"/>
            <a:ext cx="12192000" cy="711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36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3378"/>
            <a:ext cx="12192000" cy="701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63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10"/>
            <a:ext cx="12192000" cy="687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224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14" y="51916"/>
            <a:ext cx="12203228" cy="67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60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67"/>
          <a:stretch/>
        </p:blipFill>
        <p:spPr>
          <a:xfrm>
            <a:off x="2768600" y="1536700"/>
            <a:ext cx="6858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32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</cp:revision>
  <dcterms:created xsi:type="dcterms:W3CDTF">2026-01-22T20:17:05Z</dcterms:created>
  <dcterms:modified xsi:type="dcterms:W3CDTF">2026-01-22T20:23:05Z</dcterms:modified>
</cp:coreProperties>
</file>